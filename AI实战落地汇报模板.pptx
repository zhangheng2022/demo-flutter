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4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AI实战</a:t>
            </a:r>
            <a:r>
              <a:rPr lang="zh-CN" alt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-120"/>
              </a:rPr>
              <a:t>落地</a:t>
            </a: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·</a:t>
            </a:r>
            <a:r>
              <a:rPr lang="zh-CN" alt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-120"/>
              </a:rPr>
              <a:t>提高组织效能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部门AI应用实战成果汇报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3657600"/>
            <a:ext cx="4572000" cy="54864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2286000" y="365760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技术中台部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2026年3月19日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核心成果概述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本次AI应用的核心场景</a:t>
            </a:r>
            <a:endParaRPr lang="en-US" sz="1800" dirty="0"/>
          </a:p>
          <a:p>
            <a:pPr marL="0" indent="0">
              <a:buNone/>
            </a:pP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深度结合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进行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跨平台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移动应用开发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技术实践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解决了什么业务问题</a:t>
            </a:r>
            <a:endParaRPr lang="en-US" sz="1800" dirty="0"/>
          </a:p>
          <a:p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1.传统手动开发周期长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，当前</a:t>
            </a:r>
            <a:r>
              <a:rPr lang="en-US" altLang="zh-CN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uniapp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技术栈迁移成本高，学习曲线陡峭。</a:t>
            </a:r>
            <a:endParaRPr lang="en-US" sz="1600" dirty="0">
              <a:solidFill>
                <a:srgbClr val="6C757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涉及原生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模块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，如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自定义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、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自定义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手机轮廓拍摄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）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当前技术栈难以实现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；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当前</a:t>
            </a:r>
            <a:r>
              <a:rPr lang="en-US" altLang="zh-CN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uniapp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APP 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性能差，复杂功能页一些顽固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bug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难以解决。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Bug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监控平台不完善等</a:t>
            </a:r>
            <a:r>
              <a:rPr lang="en-US" sz="18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使用的AI工具/方法</a:t>
            </a:r>
            <a:endParaRPr lang="en-US" sz="1800" dirty="0"/>
          </a:p>
          <a:p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Cursor、C</a:t>
            </a:r>
            <a:r>
              <a:rPr lang="en-US" altLang="zh-CN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laude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altLang="zh-CN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</a:t>
            </a:r>
            <a:r>
              <a:rPr lang="en-US" sz="16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（架构设计、代码生成、问题排查</a:t>
            </a: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）</a:t>
            </a:r>
            <a:b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</a:br>
            <a:r>
              <a:rPr 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 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官方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辅助</a:t>
            </a:r>
            <a:r>
              <a:rPr lang="en-US" altLang="zh-CN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r>
              <a:rPr lang="zh-CN" altLang="en-US" sz="16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具体做了什么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应用场景</a:t>
            </a:r>
            <a:endParaRPr lang="en-US" sz="1600" dirty="0"/>
          </a:p>
          <a:p>
            <a:pPr marL="0" indent="0">
              <a:buNone/>
            </a:pP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</a:t>
            </a:r>
            <a:r>
              <a:rPr lang="en-US" altLang="zh-CN" sz="14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r>
              <a:rPr lang="en-US" sz="14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开发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了</a:t>
            </a:r>
            <a:r>
              <a:rPr lang="en-US" sz="14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相机应用：包含普通拍照、手机多角度轮廓拍照、条形码扫描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，以及原生混合应用架构。大幅提高</a:t>
            </a:r>
            <a:r>
              <a:rPr lang="en-US" altLang="zh-CN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渲染性能。</a:t>
            </a: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实施步骤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需求拆分 → AI </a:t>
            </a:r>
            <a:r>
              <a:rPr lang="en-US" sz="14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生成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项目结构</a:t>
            </a: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 Provider 设计 → </a:t>
            </a:r>
            <a:r>
              <a:rPr lang="en-US" sz="1400" dirty="0" err="1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逐模块实现（相机、扫描</a:t>
            </a: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）→ 联调与优化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</a:t>
            </a:r>
            <a:r>
              <a:rPr lang="en-US" sz="1600" b="1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参与人员</a:t>
            </a:r>
            <a:endParaRPr lang="en-US" sz="1400" b="1" dirty="0">
              <a:solidFill>
                <a:srgbClr val="6C757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r>
              <a:rPr lang="zh-CN" altLang="en-US" sz="1400" b="1" dirty="0">
                <a:solidFill>
                  <a:srgbClr val="6C757D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未央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24704" y="1097280"/>
            <a:ext cx="446209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dash"/>
          </a:ln>
        </p:spPr>
        <p:txBody>
          <a:bodyPr/>
          <a:lstStyle/>
          <a:p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5B321B-4C91-DEFB-82D5-ACDA790FC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58958"/>
            <a:ext cx="1418859" cy="307704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CD2F1F4-04D4-DE1D-711D-C90440191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810" y="1131571"/>
            <a:ext cx="1418859" cy="30770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03A7FC1-F464-A348-944C-9CA60AC08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358" y="1077709"/>
            <a:ext cx="1443696" cy="3130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量化成果数据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300%</a:t>
            </a:r>
            <a:r>
              <a:rPr lang="zh-CN" altLang="en-US" sz="2400" b="1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以上</a:t>
            </a:r>
            <a:endParaRPr lang="en-US" sz="2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48640" y="31089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329184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时间节省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A89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4-</a:t>
            </a:r>
            <a:r>
              <a:rPr lang="en-US" altLang="zh-CN" sz="4800" b="1" dirty="0">
                <a:solidFill>
                  <a:srgbClr val="00A89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5</a:t>
            </a:r>
            <a:r>
              <a:rPr lang="zh-CN" altLang="en-US" sz="4800" b="1" dirty="0">
                <a:solidFill>
                  <a:srgbClr val="00A896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天</a:t>
            </a:r>
            <a:endParaRPr lang="en-US" sz="48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小时/月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035040" y="1371600"/>
            <a:ext cx="2560320" cy="25603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035040" y="16459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成本降低</a:t>
            </a:r>
            <a:endParaRPr lang="en-US" sz="14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30%</a:t>
            </a:r>
            <a:endParaRPr lang="en-US" sz="48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035040" y="31089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[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具体</a:t>
            </a:r>
            <a:r>
              <a:rPr lang="zh-CN" altLang="zh-C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数值]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70EE5F1-D7AA-B7D5-76BB-590EBCC42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418" y="3105388"/>
            <a:ext cx="99499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[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具体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数值]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新场景探索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</a:t>
            </a:r>
            <a:r>
              <a:rPr lang="en-US" altLang="zh-CN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r>
              <a:rPr lang="zh-CN" alt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将</a:t>
            </a: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UI 设计稿转 Flutter 代码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完成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单元测试，自动化构建，上传，发布应用市场</a:t>
            </a:r>
            <a:r>
              <a:rPr lang="en-US" sz="18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预期目标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1.提升测试覆盖率、缩短 UI 开发周期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当前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按功能模块快速迁移，重构</a:t>
            </a:r>
            <a:r>
              <a:rPr lang="en-US" sz="180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时间计划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2026年Q2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43.2,&quot;top&quot;:108,&quot;width&quot;:63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262</Words>
  <Application>Microsoft Office PowerPoint</Application>
  <PresentationFormat>全屏显示(16:9)</PresentationFormat>
  <Paragraphs>46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AI实战·降本增效 汇报模板</dc:title>
  <dc:subject>PptxGenJS Presentation</dc:subject>
  <dc:creator>万机管家</dc:creator>
  <cp:lastModifiedBy>有神怪 山水</cp:lastModifiedBy>
  <cp:revision>2</cp:revision>
  <dcterms:created xsi:type="dcterms:W3CDTF">2026-03-18T06:03:24Z</dcterms:created>
  <dcterms:modified xsi:type="dcterms:W3CDTF">2026-03-18T07:02:59Z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43098F2455B74C53AE21CF395B61C871_12</vt:lpwstr>
  </property>
</Properties>
</file>